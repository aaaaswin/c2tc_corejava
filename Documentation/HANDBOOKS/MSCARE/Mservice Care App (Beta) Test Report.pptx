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5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1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2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0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1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8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5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0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1324A-B9F5-4FA3-9B25-83B88B9BDD30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3DFC-C8DA-404D-A292-0170A26E0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2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Mservice Care App (Beta)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Test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4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358189" y="2719137"/>
            <a:ext cx="5065295" cy="1864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39752" y="4596064"/>
            <a:ext cx="4367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screen is showing while reopening the app when it stopped responding &amp; new message/attachment notification was working properly at that moment.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19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1612232" y="3368842"/>
            <a:ext cx="3441031" cy="87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53263" y="3621505"/>
            <a:ext cx="36455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spinner keeps on rotating when we tried to send any .mp4 video that is more than 5mb &amp; the app stops responding at the same time. It is not showing any error message as well. And also the app is not supporting all .mp4 files.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2347" y="3753853"/>
            <a:ext cx="2646948" cy="15520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779295" y="4379495"/>
            <a:ext cx="2791326" cy="360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0621" y="4278777"/>
            <a:ext cx="3392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app is showing my name instead of Abhishek in middle of a conversation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1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1612232" y="3332747"/>
            <a:ext cx="4162926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75158" y="3789947"/>
            <a:ext cx="2995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call DB page, the spinner appeared suddenly &amp; the app stopped responding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832" y="2988009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7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Mservice Care App (Beta)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 Care App (Beta)</dc:title>
  <dc:creator>Microsoft account</dc:creator>
  <cp:lastModifiedBy>Microsoft account</cp:lastModifiedBy>
  <cp:revision>3</cp:revision>
  <dcterms:created xsi:type="dcterms:W3CDTF">2021-09-09T05:37:10Z</dcterms:created>
  <dcterms:modified xsi:type="dcterms:W3CDTF">2021-09-09T05:54:35Z</dcterms:modified>
</cp:coreProperties>
</file>