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127b2d3dab22df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9-17T12:34:03.723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5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1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2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0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1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8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5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0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1324A-B9F5-4FA3-9B25-83B88B9BDD30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2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Mservice Care App (Beta)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Test </a:t>
            </a:r>
            <a:r>
              <a:rPr lang="en-US" b="1" dirty="0" smtClean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69084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358189" y="2719137"/>
            <a:ext cx="5065295" cy="1864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39752" y="4596064"/>
            <a:ext cx="4367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screen is showing while reopening the app when it stopped responding &amp; new message/attachment notification was working properly at that moment.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28612" y="529389"/>
            <a:ext cx="3416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Query </a:t>
            </a:r>
            <a:r>
              <a:rPr lang="en-US" dirty="0" smtClean="0">
                <a:solidFill>
                  <a:srgbClr val="0070C0"/>
                </a:solidFill>
              </a:rPr>
              <a:t>Creator	: </a:t>
            </a:r>
            <a:r>
              <a:rPr lang="en-US" b="1" dirty="0">
                <a:solidFill>
                  <a:srgbClr val="0070C0"/>
                </a:solidFill>
              </a:rPr>
              <a:t>Abhishek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Assignee		: </a:t>
            </a:r>
            <a:r>
              <a:rPr lang="en-US" b="1" dirty="0">
                <a:solidFill>
                  <a:srgbClr val="0070C0"/>
                </a:solidFill>
              </a:rPr>
              <a:t>Kamalesh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9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1612232" y="3368842"/>
            <a:ext cx="3441031" cy="87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53263" y="3621505"/>
            <a:ext cx="36455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spinner keeps on rotating when we tried to send any .mp4 video that is more than 5mb &amp; the app stops responding at the same time. It is not showing any error message as well. And also the app is not supporting all .mp4 files.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2347" y="3753853"/>
            <a:ext cx="2646948" cy="15520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779295" y="4379495"/>
            <a:ext cx="2791326" cy="360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0621" y="4278777"/>
            <a:ext cx="3392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app is showing my name instead of Abhishek in middle of a conversation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1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1612232" y="3332747"/>
            <a:ext cx="4162926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75158" y="3789947"/>
            <a:ext cx="2995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call DB page, the spinner appeared suddenly &amp; the app stopped responding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2959768" y="3657600"/>
            <a:ext cx="1636295" cy="229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96063" y="3334434"/>
            <a:ext cx="2827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Query creation option is not required for Assignee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8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2286000" y="2105526"/>
            <a:ext cx="3453063" cy="1311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840832" y="3056021"/>
            <a:ext cx="3910263" cy="372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39063" y="3056021"/>
            <a:ext cx="2466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able to see chat date and time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524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789" y="433137"/>
            <a:ext cx="362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Other Corrections: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9568" y="1275347"/>
            <a:ext cx="90838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The web (SIT) needs to be enabled to track the tickets.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The push </a:t>
            </a:r>
            <a:r>
              <a:rPr lang="en-US" dirty="0"/>
              <a:t>notifications are working only when app minimized from Knowledge base tab. It should work in all scenarios(app minimized/closed/kill from any tab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Upload of .mp4 file size should be increased to 25mb instead of 5mb.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832" y="2988009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7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187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Mservice Care App (Beta)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 Care App (Beta)</dc:title>
  <dc:creator>Microsoft account</dc:creator>
  <cp:lastModifiedBy>Microsoft account</cp:lastModifiedBy>
  <cp:revision>7</cp:revision>
  <dcterms:created xsi:type="dcterms:W3CDTF">2021-09-09T05:37:10Z</dcterms:created>
  <dcterms:modified xsi:type="dcterms:W3CDTF">2021-09-17T07:18:14Z</dcterms:modified>
</cp:coreProperties>
</file>