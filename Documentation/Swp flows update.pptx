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763" r:id="rId5"/>
    <p:sldId id="314" r:id="rId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63667-3AEE-FF88-0FC4-9100A2353910}" v="28" dt="2025-08-14T10:33:25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740" y="168"/>
      </p:cViewPr>
      <p:guideLst>
        <p:guide orient="horz" pos="2880"/>
        <p:guide pos="21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A0CF0-952E-4A55-ADC5-7CF556879365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4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4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4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B2594-525F-45A3-8401-F707257DD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69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1"/>
            <a:ext cx="7772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7200" y="6172200"/>
            <a:ext cx="8229600" cy="1270"/>
          </a:xfrm>
          <a:custGeom>
            <a:avLst/>
            <a:gdLst/>
            <a:ahLst/>
            <a:cxnLst/>
            <a:rect l="l" t="t" r="r" b="b"/>
            <a:pathLst>
              <a:path w="8229600" h="1270">
                <a:moveTo>
                  <a:pt x="0" y="0"/>
                </a:moveTo>
                <a:lnTo>
                  <a:pt x="8229600" y="12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2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6788" y="1742391"/>
            <a:ext cx="163042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112268"/>
            <a:ext cx="67246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6855" y="6490623"/>
            <a:ext cx="77787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8096" y="6393726"/>
            <a:ext cx="241300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service.in/" TargetMode="External"/><Relationship Id="rId2" Type="http://schemas.openxmlformats.org/officeDocument/2006/relationships/hyperlink" Target="http://www.selfservi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90">
            <a:extLst>
              <a:ext uri="{FF2B5EF4-FFF2-40B4-BE49-F238E27FC236}">
                <a16:creationId xmlns:a16="http://schemas.microsoft.com/office/drawing/2014/main" id="{B74A352F-3D8A-7FCC-E184-1783BA680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10148"/>
            <a:ext cx="9084732" cy="614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84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374" y="1912065"/>
            <a:ext cx="21739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>
              <a:spcBef>
                <a:spcPts val="95"/>
              </a:spcBef>
            </a:pPr>
            <a:r>
              <a:rPr spc="-5" dirty="0"/>
              <a:t>Thank</a:t>
            </a:r>
            <a:r>
              <a:rPr spc="-130" dirty="0"/>
              <a:t> </a:t>
            </a:r>
            <a:r>
              <a:rPr spc="-25" dirty="0"/>
              <a:t>You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13761" y="5494656"/>
            <a:ext cx="1297305" cy="13335"/>
            <a:chOff x="3413759" y="5494654"/>
            <a:chExt cx="1297305" cy="13335"/>
          </a:xfrm>
        </p:grpSpPr>
        <p:sp>
          <p:nvSpPr>
            <p:cNvPr id="5" name="object 5"/>
            <p:cNvSpPr/>
            <p:nvPr/>
          </p:nvSpPr>
          <p:spPr>
            <a:xfrm>
              <a:off x="3413759" y="5498591"/>
              <a:ext cx="1266190" cy="7620"/>
            </a:xfrm>
            <a:custGeom>
              <a:avLst/>
              <a:gdLst/>
              <a:ahLst/>
              <a:cxnLst/>
              <a:rect l="l" t="t" r="r" b="b"/>
              <a:pathLst>
                <a:path w="1266189" h="7620">
                  <a:moveTo>
                    <a:pt x="1266063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266063" y="7620"/>
                  </a:lnTo>
                  <a:lnTo>
                    <a:pt x="12660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80203" y="5500117"/>
              <a:ext cx="30480" cy="7620"/>
            </a:xfrm>
            <a:custGeom>
              <a:avLst/>
              <a:gdLst/>
              <a:ahLst/>
              <a:cxnLst/>
              <a:rect l="l" t="t" r="r" b="b"/>
              <a:pathLst>
                <a:path w="30479" h="7620">
                  <a:moveTo>
                    <a:pt x="30479" y="0"/>
                  </a:moveTo>
                  <a:lnTo>
                    <a:pt x="0" y="0"/>
                  </a:lnTo>
                  <a:lnTo>
                    <a:pt x="0" y="7618"/>
                  </a:lnTo>
                  <a:lnTo>
                    <a:pt x="30479" y="7618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14140" y="5494654"/>
              <a:ext cx="1274445" cy="10795"/>
            </a:xfrm>
            <a:custGeom>
              <a:avLst/>
              <a:gdLst/>
              <a:ahLst/>
              <a:cxnLst/>
              <a:rect l="l" t="t" r="r" b="b"/>
              <a:pathLst>
                <a:path w="1274445" h="10795">
                  <a:moveTo>
                    <a:pt x="1274064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274064" y="10668"/>
                  </a:lnTo>
                  <a:lnTo>
                    <a:pt x="127406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65374" y="4719573"/>
            <a:ext cx="25406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>
                <a:latin typeface="Calibri" panose="020F0502020204030204"/>
                <a:cs typeface="Calibri" panose="020F0502020204030204"/>
              </a:rPr>
              <a:t>S</a:t>
            </a:r>
            <a:r>
              <a:rPr b="1" spc="5">
                <a:latin typeface="Calibri" panose="020F0502020204030204"/>
                <a:cs typeface="Calibri" panose="020F0502020204030204"/>
              </a:rPr>
              <a:t>e</a:t>
            </a:r>
            <a:r>
              <a:rPr b="1">
                <a:latin typeface="Calibri" panose="020F0502020204030204"/>
                <a:cs typeface="Calibri" panose="020F0502020204030204"/>
              </a:rPr>
              <a:t>lfservit</a:t>
            </a:r>
            <a:r>
              <a:rPr b="1" spc="-85">
                <a:latin typeface="Calibri" panose="020F0502020204030204"/>
                <a:cs typeface="Calibri" panose="020F0502020204030204"/>
              </a:rPr>
              <a:t> </a:t>
            </a:r>
            <a:r>
              <a:rPr b="1">
                <a:latin typeface="Calibri" panose="020F0502020204030204"/>
                <a:cs typeface="Calibri" panose="020F0502020204030204"/>
              </a:rPr>
              <a:t>Solutions</a:t>
            </a:r>
            <a:r>
              <a:rPr b="1" spc="-45">
                <a:latin typeface="Calibri" panose="020F0502020204030204"/>
                <a:cs typeface="Calibri" panose="020F0502020204030204"/>
              </a:rPr>
              <a:t> </a:t>
            </a:r>
            <a:r>
              <a:rPr b="1">
                <a:latin typeface="Calibri" panose="020F0502020204030204"/>
                <a:cs typeface="Calibri" panose="020F0502020204030204"/>
              </a:rPr>
              <a:t>(P)</a:t>
            </a:r>
            <a:r>
              <a:rPr b="1" spc="-60">
                <a:latin typeface="Calibri" panose="020F0502020204030204"/>
                <a:cs typeface="Calibri" panose="020F0502020204030204"/>
              </a:rPr>
              <a:t> </a:t>
            </a:r>
            <a:r>
              <a:rPr b="1" spc="-30">
                <a:latin typeface="Calibri" panose="020F0502020204030204"/>
                <a:cs typeface="Calibri" panose="020F0502020204030204"/>
              </a:rPr>
              <a:t>L</a:t>
            </a:r>
            <a:r>
              <a:rPr b="1" spc="-25">
                <a:latin typeface="Calibri" panose="020F0502020204030204"/>
                <a:cs typeface="Calibri" panose="020F0502020204030204"/>
              </a:rPr>
              <a:t>t</a:t>
            </a:r>
            <a:r>
              <a:rPr b="1" spc="-20">
                <a:latin typeface="Calibri" panose="020F0502020204030204"/>
                <a:cs typeface="Calibri" panose="020F0502020204030204"/>
              </a:rPr>
              <a:t>d</a:t>
            </a:r>
            <a:r>
              <a:rPr b="1">
                <a:latin typeface="Calibri" panose="020F0502020204030204"/>
                <a:cs typeface="Calibri" panose="020F0502020204030204"/>
              </a:rPr>
              <a:t>.</a:t>
            </a:r>
            <a:endParaRPr>
              <a:latin typeface="Calibri" panose="020F0502020204030204"/>
              <a:cs typeface="Calibri" panose="020F0502020204030204"/>
            </a:endParaRPr>
          </a:p>
          <a:p>
            <a:pPr marL="12700">
              <a:spcBef>
                <a:spcPts val="25"/>
              </a:spcBef>
            </a:pPr>
            <a:r>
              <a:rPr sz="1400" b="1" spc="-5">
                <a:latin typeface="Calibri" panose="020F0502020204030204"/>
                <a:cs typeface="Calibri" panose="020F0502020204030204"/>
              </a:rPr>
              <a:t>(CIN</a:t>
            </a:r>
            <a:r>
              <a:rPr sz="14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400" b="1">
                <a:latin typeface="Calibri" panose="020F0502020204030204"/>
                <a:cs typeface="Calibri" panose="020F0502020204030204"/>
              </a:rPr>
              <a:t>–</a:t>
            </a:r>
            <a:r>
              <a:rPr sz="1400" b="1" spc="-4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5">
                <a:latin typeface="Calibri" panose="020F0502020204030204"/>
                <a:cs typeface="Calibri" panose="020F0502020204030204"/>
              </a:rPr>
              <a:t>U72900TN2008PTC068979)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48895">
              <a:spcBef>
                <a:spcPts val="815"/>
              </a:spcBef>
            </a:pPr>
            <a:r>
              <a:rPr sz="1200" b="1" spc="-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www.selfservit.com</a:t>
            </a:r>
            <a:r>
              <a:rPr sz="1200" b="1" spc="12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 </a:t>
            </a:r>
            <a:r>
              <a:rPr sz="1200" b="1" u="sng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 panose="020F0502020204030204"/>
                <a:cs typeface="Calibri" panose="020F0502020204030204"/>
                <a:hlinkClick r:id="rId3"/>
              </a:rPr>
              <a:t>www.mservice.in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971" y="5181600"/>
            <a:ext cx="0" cy="1172210"/>
          </a:xfrm>
          <a:custGeom>
            <a:avLst/>
            <a:gdLst/>
            <a:ahLst/>
            <a:cxnLst/>
            <a:rect l="l" t="t" r="r" b="b"/>
            <a:pathLst>
              <a:path h="1172210">
                <a:moveTo>
                  <a:pt x="0" y="1171702"/>
                </a:moveTo>
                <a:lnTo>
                  <a:pt x="0" y="0"/>
                </a:lnTo>
              </a:path>
            </a:pathLst>
          </a:custGeom>
          <a:ln w="9142">
            <a:solidFill>
              <a:srgbClr val="FCFCF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4724400"/>
            <a:ext cx="9144000" cy="1270"/>
          </a:xfrm>
          <a:custGeom>
            <a:avLst/>
            <a:gdLst/>
            <a:ahLst/>
            <a:cxnLst/>
            <a:rect l="l" t="t" r="r" b="b"/>
            <a:pathLst>
              <a:path w="9144000" h="1270">
                <a:moveTo>
                  <a:pt x="0" y="0"/>
                </a:moveTo>
                <a:lnTo>
                  <a:pt x="9144000" y="126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6398" y="5589221"/>
            <a:ext cx="1438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just">
              <a:spcBef>
                <a:spcPts val="100"/>
              </a:spcBef>
            </a:pPr>
            <a:r>
              <a:rPr sz="1200" b="1" u="sng" spc="-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Chennai:</a:t>
            </a:r>
            <a:r>
              <a:rPr sz="1200" b="1" u="sng" spc="-6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HO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algn="just"/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51/2</a:t>
            </a:r>
            <a:r>
              <a:rPr sz="1200" spc="-4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(Old</a:t>
            </a:r>
            <a:r>
              <a:rPr sz="1200" spc="-3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35">
                <a:latin typeface="Calibri" panose="020F0502020204030204"/>
                <a:cs typeface="Calibri" panose="020F0502020204030204"/>
              </a:rPr>
              <a:t> </a:t>
            </a:r>
            <a:r>
              <a:rPr sz="1200" spc="-20">
                <a:latin typeface="Calibri" panose="020F0502020204030204"/>
                <a:cs typeface="Calibri" panose="020F0502020204030204"/>
              </a:rPr>
              <a:t>26)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141605" algn="just"/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 </a:t>
            </a:r>
            <a:r>
              <a:rPr sz="1200" spc="-5">
                <a:latin typeface="Calibri" panose="020F0502020204030204"/>
                <a:cs typeface="Calibri" panose="020F0502020204030204"/>
              </a:rPr>
              <a:t>Main Road </a:t>
            </a:r>
            <a:r>
              <a:rPr sz="1200" spc="-30">
                <a:latin typeface="Calibri" panose="020F0502020204030204"/>
                <a:cs typeface="Calibri" panose="020F0502020204030204"/>
              </a:rPr>
              <a:t>West, </a:t>
            </a:r>
            <a:r>
              <a:rPr sz="1200" spc="-26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Shenoy Nagar </a:t>
            </a:r>
            <a:r>
              <a:rPr sz="1200" spc="-20">
                <a:latin typeface="Calibri" panose="020F0502020204030204"/>
                <a:cs typeface="Calibri" panose="020F0502020204030204"/>
              </a:rPr>
              <a:t>West </a:t>
            </a:r>
            <a:r>
              <a:rPr sz="1200" spc="-1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C</a:t>
            </a:r>
            <a:r>
              <a:rPr sz="1200">
                <a:latin typeface="Calibri" panose="020F0502020204030204"/>
                <a:cs typeface="Calibri" panose="020F0502020204030204"/>
              </a:rPr>
              <a:t>he</a:t>
            </a:r>
            <a:r>
              <a:rPr sz="1200" spc="5">
                <a:latin typeface="Calibri" panose="020F0502020204030204"/>
                <a:cs typeface="Calibri" panose="020F0502020204030204"/>
              </a:rPr>
              <a:t>n</a:t>
            </a:r>
            <a:r>
              <a:rPr sz="1200">
                <a:latin typeface="Calibri" panose="020F0502020204030204"/>
                <a:cs typeface="Calibri" panose="020F0502020204030204"/>
              </a:rPr>
              <a:t>nai</a:t>
            </a:r>
            <a:r>
              <a:rPr sz="1200" spc="-6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600</a:t>
            </a:r>
            <a:r>
              <a:rPr sz="1200" spc="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030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73025" algn="just"/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+91-76048-78864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6896" y="5589221"/>
            <a:ext cx="175513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200" b="1" u="sng" spc="-1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Bangalore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30480"/>
            <a:r>
              <a:rPr sz="1200">
                <a:latin typeface="Calibri" panose="020F0502020204030204"/>
                <a:cs typeface="Calibri" panose="020F0502020204030204"/>
              </a:rPr>
              <a:t>3262/1,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</a:t>
            </a:r>
            <a:r>
              <a:rPr sz="1200" spc="89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13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th</a:t>
            </a:r>
            <a:r>
              <a:rPr sz="1200" spc="112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15">
                <a:latin typeface="Calibri" panose="020F0502020204030204"/>
                <a:cs typeface="Calibri" panose="020F0502020204030204"/>
              </a:rPr>
              <a:t>Cross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2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n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d</a:t>
            </a:r>
            <a:r>
              <a:rPr sz="1200" spc="97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tage,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Indira</a:t>
            </a:r>
            <a:r>
              <a:rPr sz="1200" spc="-9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N</a:t>
            </a:r>
            <a:r>
              <a:rPr sz="1200" spc="-15">
                <a:latin typeface="Calibri" panose="020F0502020204030204"/>
                <a:cs typeface="Calibri" panose="020F0502020204030204"/>
              </a:rPr>
              <a:t>agar</a:t>
            </a:r>
            <a:r>
              <a:rPr sz="1200">
                <a:latin typeface="Calibri" panose="020F0502020204030204"/>
                <a:cs typeface="Calibri" panose="020F0502020204030204"/>
              </a:rPr>
              <a:t>,  </a:t>
            </a:r>
            <a:r>
              <a:rPr sz="1200" spc="-15">
                <a:latin typeface="Calibri" panose="020F0502020204030204"/>
                <a:cs typeface="Calibri" panose="020F0502020204030204"/>
              </a:rPr>
              <a:t>Bangalore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2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38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/>
            <a:r>
              <a:rPr sz="1200">
                <a:latin typeface="Calibri" panose="020F0502020204030204"/>
                <a:cs typeface="Calibri" panose="020F0502020204030204"/>
              </a:rPr>
              <a:t>Ph</a:t>
            </a:r>
            <a:r>
              <a:rPr sz="1200" spc="-1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-</a:t>
            </a:r>
            <a:r>
              <a:rPr sz="1200" spc="-10">
                <a:latin typeface="Calibri" panose="020F0502020204030204"/>
                <a:cs typeface="Calibri" panose="020F0502020204030204"/>
              </a:rPr>
              <a:t> +91-80-25216635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2023" y="5589219"/>
            <a:ext cx="7080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15">
                <a:latin typeface="Calibri" panose="020F0502020204030204"/>
                <a:cs typeface="Calibri" panose="020F0502020204030204"/>
              </a:rPr>
              <a:t>H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y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d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e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r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>
                <a:latin typeface="Calibri" panose="020F0502020204030204"/>
                <a:cs typeface="Calibri" panose="020F0502020204030204"/>
              </a:rPr>
              <a:t>d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44469" y="5775961"/>
            <a:ext cx="690245" cy="7620"/>
          </a:xfrm>
          <a:custGeom>
            <a:avLst/>
            <a:gdLst/>
            <a:ahLst/>
            <a:cxnLst/>
            <a:rect l="l" t="t" r="r" b="b"/>
            <a:pathLst>
              <a:path w="690245" h="7620">
                <a:moveTo>
                  <a:pt x="689863" y="0"/>
                </a:moveTo>
                <a:lnTo>
                  <a:pt x="0" y="0"/>
                </a:lnTo>
                <a:lnTo>
                  <a:pt x="0" y="7618"/>
                </a:lnTo>
                <a:lnTo>
                  <a:pt x="689863" y="7618"/>
                </a:lnTo>
                <a:lnTo>
                  <a:pt x="689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07257" y="5772101"/>
            <a:ext cx="2039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Plot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No.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Lane.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Opp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OBC </a:t>
            </a:r>
            <a:r>
              <a:rPr sz="1200" spc="-25">
                <a:latin typeface="Calibri" panose="020F0502020204030204"/>
                <a:cs typeface="Calibri" panose="020F0502020204030204"/>
              </a:rPr>
              <a:t>Bank,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t</a:t>
            </a:r>
            <a:r>
              <a:rPr sz="1200" spc="60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</a:t>
            </a:r>
            <a:r>
              <a:rPr sz="1200">
                <a:latin typeface="Calibri" panose="020F0502020204030204"/>
                <a:cs typeface="Calibri" panose="020F0502020204030204"/>
              </a:rPr>
              <a:t>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>
                <a:latin typeface="Calibri" panose="020F0502020204030204"/>
                <a:cs typeface="Calibri" panose="020F0502020204030204"/>
              </a:rPr>
              <a:t>e</a:t>
            </a:r>
            <a:r>
              <a:rPr sz="1200" spc="5">
                <a:latin typeface="Calibri" panose="020F0502020204030204"/>
                <a:cs typeface="Calibri" panose="020F0502020204030204"/>
              </a:rPr>
              <a:t>t</a:t>
            </a:r>
            <a:r>
              <a:rPr sz="1200">
                <a:latin typeface="Calibri" panose="020F0502020204030204"/>
                <a:cs typeface="Calibri" panose="020F0502020204030204"/>
              </a:rPr>
              <a:t>hany</a:t>
            </a:r>
            <a:r>
              <a:rPr sz="1200" spc="-80">
                <a:latin typeface="Calibri" panose="020F0502020204030204"/>
                <a:cs typeface="Calibri" panose="020F0502020204030204"/>
              </a:rPr>
              <a:t> </a:t>
            </a:r>
            <a:r>
              <a:rPr sz="1200" spc="-30">
                <a:latin typeface="Calibri" panose="020F0502020204030204"/>
                <a:cs typeface="Calibri" panose="020F0502020204030204"/>
              </a:rPr>
              <a:t>H</a:t>
            </a:r>
            <a:r>
              <a:rPr sz="1200" spc="-25">
                <a:latin typeface="Calibri" panose="020F0502020204030204"/>
                <a:cs typeface="Calibri" panose="020F0502020204030204"/>
              </a:rPr>
              <a:t>o</a:t>
            </a:r>
            <a:r>
              <a:rPr sz="1200" spc="-20">
                <a:latin typeface="Calibri" panose="020F0502020204030204"/>
                <a:cs typeface="Calibri" panose="020F0502020204030204"/>
              </a:rPr>
              <a:t>u</a:t>
            </a:r>
            <a:r>
              <a:rPr sz="1200" spc="-30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e  </a:t>
            </a:r>
            <a:r>
              <a:rPr sz="1200" spc="-15">
                <a:latin typeface="Calibri" panose="020F0502020204030204"/>
                <a:cs typeface="Calibri" panose="020F0502020204030204"/>
              </a:rPr>
              <a:t>S</a:t>
            </a:r>
            <a:r>
              <a:rPr sz="1200" spc="-10">
                <a:latin typeface="Calibri" panose="020F0502020204030204"/>
                <a:cs typeface="Calibri" panose="020F0502020204030204"/>
              </a:rPr>
              <a:t>e</a:t>
            </a:r>
            <a:r>
              <a:rPr sz="1200" spc="-20">
                <a:latin typeface="Calibri" panose="020F0502020204030204"/>
                <a:cs typeface="Calibri" panose="020F0502020204030204"/>
              </a:rPr>
              <a:t>c</a:t>
            </a:r>
            <a:r>
              <a:rPr sz="1200" spc="-10">
                <a:latin typeface="Calibri" panose="020F0502020204030204"/>
                <a:cs typeface="Calibri" panose="020F0502020204030204"/>
              </a:rPr>
              <a:t>unde</a:t>
            </a:r>
            <a:r>
              <a:rPr sz="1200" spc="-15">
                <a:latin typeface="Calibri" panose="020F0502020204030204"/>
                <a:cs typeface="Calibri" panose="020F0502020204030204"/>
              </a:rPr>
              <a:t>ra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spc="-15">
                <a:latin typeface="Calibri" panose="020F0502020204030204"/>
                <a:cs typeface="Calibri" panose="020F0502020204030204"/>
              </a:rPr>
              <a:t>a</a:t>
            </a:r>
            <a:r>
              <a:rPr sz="1200">
                <a:latin typeface="Calibri" panose="020F0502020204030204"/>
                <a:cs typeface="Calibri" panose="020F0502020204030204"/>
              </a:rPr>
              <a:t>d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4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500003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2023" y="6321348"/>
            <a:ext cx="10775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99891-21094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5306CFCD34E84FB9AF5E894D6C3073" ma:contentTypeVersion="14" ma:contentTypeDescription="Create a new document." ma:contentTypeScope="" ma:versionID="2f773f5274a411c36a13d712746532c4">
  <xsd:schema xmlns:xsd="http://www.w3.org/2001/XMLSchema" xmlns:xs="http://www.w3.org/2001/XMLSchema" xmlns:p="http://schemas.microsoft.com/office/2006/metadata/properties" xmlns:ns3="944e8e7f-c586-4da5-b625-25ca602de198" xmlns:ns4="09882c4c-98d3-42d4-9fa4-9b997bf31c9f" targetNamespace="http://schemas.microsoft.com/office/2006/metadata/properties" ma:root="true" ma:fieldsID="fe7d79485c4578d231ee9735e9a8c86a" ns3:_="" ns4:_="">
    <xsd:import namespace="944e8e7f-c586-4da5-b625-25ca602de198"/>
    <xsd:import namespace="09882c4c-98d3-42d4-9fa4-9b997bf31c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e8e7f-c586-4da5-b625-25ca602de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82c4c-98d3-42d4-9fa4-9b997bf31c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4e8e7f-c586-4da5-b625-25ca602de198" xsi:nil="true"/>
  </documentManagement>
</p:properties>
</file>

<file path=customXml/itemProps1.xml><?xml version="1.0" encoding="utf-8"?>
<ds:datastoreItem xmlns:ds="http://schemas.openxmlformats.org/officeDocument/2006/customXml" ds:itemID="{A1DF5F45-434B-4C51-AE99-29B5FA6DBA9E}">
  <ds:schemaRefs>
    <ds:schemaRef ds:uri="09882c4c-98d3-42d4-9fa4-9b997bf31c9f"/>
    <ds:schemaRef ds:uri="944e8e7f-c586-4da5-b625-25ca602de1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2A7700-D0B7-47B9-AE21-3C3F317AE3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6DB5ED-6937-4BC3-BCC6-8A103A480F64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09882c4c-98d3-42d4-9fa4-9b997bf31c9f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944e8e7f-c586-4da5-b625-25ca602de1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94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 MT</vt:lpstr>
      <vt:lpstr>Calibri</vt:lpstr>
      <vt:lpstr>Office Theme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MService</dc:title>
  <dc:subject>Overview</dc:subject>
  <dc:creator>Chak</dc:creator>
  <cp:lastModifiedBy>Aswin rajendiran</cp:lastModifiedBy>
  <cp:revision>4</cp:revision>
  <dcterms:created xsi:type="dcterms:W3CDTF">2024-03-14T07:43:00Z</dcterms:created>
  <dcterms:modified xsi:type="dcterms:W3CDTF">2025-08-14T10:54:34Z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2024-02-24T05:30:00Z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2024-03-14T05:30:00Z</vt:filetime>
  </property>
  <property fmtid="{D5CDD505-2E9C-101B-9397-08002B2CF9AE}" pid="5" name="ICV">
    <vt:lpwstr>8095A703FF644F2FADEED5D7B10CAF49_13</vt:lpwstr>
  </property>
  <property fmtid="{D5CDD505-2E9C-101B-9397-08002B2CF9AE}" pid="6" name="KSOProductBuildVer">
    <vt:lpwstr>1033-12.2.0.16731</vt:lpwstr>
  </property>
  <property fmtid="{D5CDD505-2E9C-101B-9397-08002B2CF9AE}" pid="7" name="ContentTypeId">
    <vt:lpwstr>0x010100785306CFCD34E84FB9AF5E894D6C3073</vt:lpwstr>
  </property>
</Properties>
</file>