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7"/>
  </p:notesMasterIdLst>
  <p:sldIdLst>
    <p:sldId id="763" r:id="rId5"/>
    <p:sldId id="314" r:id="rId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09D4EA-EB0C-5C05-EC0F-92739EDDF123}" v="1" dt="2025-08-29T04:45:33.7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456" y="48"/>
      </p:cViewPr>
      <p:guideLst>
        <p:guide orient="horz" pos="2880"/>
        <p:guide pos="21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8A0CF0-952E-4A55-ADC5-7CF556879365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3B2594-525F-45A3-8401-F707257DDA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697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5"/>
              <a:t>24/02/2024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5"/>
              <a:t>24/02/2024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799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62800" y="0"/>
            <a:ext cx="1981200" cy="53949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57200" y="6172200"/>
            <a:ext cx="8229600" cy="1270"/>
          </a:xfrm>
          <a:custGeom>
            <a:avLst/>
            <a:gdLst/>
            <a:ahLst/>
            <a:cxnLst/>
            <a:rect l="l" t="t" r="r" b="b"/>
            <a:pathLst>
              <a:path w="8229600" h="1270">
                <a:moveTo>
                  <a:pt x="0" y="0"/>
                </a:moveTo>
                <a:lnTo>
                  <a:pt x="8229600" y="127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5"/>
              <a:t>24/02/2024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5"/>
              <a:t>24/02/2024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5"/>
              <a:t>24/02/2024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3999" cy="685799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62800" y="0"/>
            <a:ext cx="1981200" cy="5394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56787" y="1742389"/>
            <a:ext cx="163042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1219" y="1112266"/>
            <a:ext cx="6724650" cy="46183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6854" y="6490623"/>
            <a:ext cx="77787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5"/>
              <a:t>24/02/2024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88095" y="6393726"/>
            <a:ext cx="241300" cy="2419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service.in/" TargetMode="External"/><Relationship Id="rId2" Type="http://schemas.openxmlformats.org/officeDocument/2006/relationships/hyperlink" Target="http://www.selfservit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A136E9-5315-22F7-BF5C-7971DB50F613}"/>
              </a:ext>
            </a:extLst>
          </p:cNvPr>
          <p:cNvSpPr/>
          <p:nvPr/>
        </p:nvSpPr>
        <p:spPr>
          <a:xfrm>
            <a:off x="329606" y="1919324"/>
            <a:ext cx="2562447" cy="123869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50" dirty="0"/>
              <a:t>• If part required for Vendor Claim                     </a:t>
            </a:r>
            <a:br>
              <a:rPr lang="en-US" sz="1050" dirty="0"/>
            </a:br>
            <a:r>
              <a:rPr lang="en-US" sz="1050" dirty="0"/>
              <a:t>• For critical issues &amp; pre-approved claimable parts during FPR (irrespective of part replaced or not)      </a:t>
            </a:r>
            <a:br>
              <a:rPr lang="en-US" sz="1050" dirty="0"/>
            </a:br>
            <a:r>
              <a:rPr lang="en-US" sz="1050" dirty="0"/>
              <a:t>• Only when failed part is received &amp; QA acknowledged  </a:t>
            </a:r>
            <a:endParaRPr lang="en-AE" sz="10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9B7D7D-4E98-5808-D5F7-D82D6F317431}"/>
              </a:ext>
            </a:extLst>
          </p:cNvPr>
          <p:cNvSpPr/>
          <p:nvPr/>
        </p:nvSpPr>
        <p:spPr>
          <a:xfrm>
            <a:off x="6627626" y="2050664"/>
            <a:ext cx="1733107" cy="85592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Review claim, enter details, submit</a:t>
            </a:r>
            <a:endParaRPr lang="en-AE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C628E8-1F8B-0664-91EB-238C971D14FE}"/>
              </a:ext>
            </a:extLst>
          </p:cNvPr>
          <p:cNvSpPr/>
          <p:nvPr/>
        </p:nvSpPr>
        <p:spPr>
          <a:xfrm>
            <a:off x="3646965" y="2064743"/>
            <a:ext cx="1733107" cy="85592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200" dirty="0"/>
              <a:t>Analysis report, failure type, reason, claim type, comments</a:t>
            </a:r>
            <a:endParaRPr lang="en-AE" sz="12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AF05A26-9B1F-1672-4D52-5EF1F5A73974}"/>
              </a:ext>
            </a:extLst>
          </p:cNvPr>
          <p:cNvSpPr/>
          <p:nvPr/>
        </p:nvSpPr>
        <p:spPr>
          <a:xfrm>
            <a:off x="159487" y="669850"/>
            <a:ext cx="2945217" cy="60605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SWC to be generated in following conditions</a:t>
            </a:r>
            <a:endParaRPr lang="en-AE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F6FDD3-7054-B807-2778-F0F962917074}"/>
              </a:ext>
            </a:extLst>
          </p:cNvPr>
          <p:cNvSpPr txBox="1"/>
          <p:nvPr/>
        </p:nvSpPr>
        <p:spPr>
          <a:xfrm>
            <a:off x="4139609" y="166632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CQA</a:t>
            </a:r>
            <a:endParaRPr lang="en-A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5B0E6F-AB8E-97C8-2D9A-C3B0B389E393}"/>
              </a:ext>
            </a:extLst>
          </p:cNvPr>
          <p:cNvSpPr txBox="1"/>
          <p:nvPr/>
        </p:nvSpPr>
        <p:spPr>
          <a:xfrm>
            <a:off x="7176645" y="163786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SCM</a:t>
            </a:r>
            <a:endParaRPr lang="en-AE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4F3C75C-CEFA-4837-DF15-D093912E26BB}"/>
              </a:ext>
            </a:extLst>
          </p:cNvPr>
          <p:cNvSpPr/>
          <p:nvPr/>
        </p:nvSpPr>
        <p:spPr>
          <a:xfrm>
            <a:off x="6425609" y="3317358"/>
            <a:ext cx="2254103" cy="4572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SWC Status Update</a:t>
            </a:r>
            <a:endParaRPr lang="en-AE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890C2D-B260-8DF8-33E8-A91B5ED810E5}"/>
              </a:ext>
            </a:extLst>
          </p:cNvPr>
          <p:cNvSpPr/>
          <p:nvPr/>
        </p:nvSpPr>
        <p:spPr>
          <a:xfrm>
            <a:off x="6627626" y="4333859"/>
            <a:ext cx="1850068" cy="91410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Supplier Approved / Returned / Rejected / Payment Initiated (Textbox: capture permanent solution)</a:t>
            </a:r>
            <a:endParaRPr lang="en-AE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AC53D6-9CE6-80BB-E0E4-52A36420E50B}"/>
              </a:ext>
            </a:extLst>
          </p:cNvPr>
          <p:cNvSpPr txBox="1"/>
          <p:nvPr/>
        </p:nvSpPr>
        <p:spPr>
          <a:xfrm>
            <a:off x="7176645" y="5394931"/>
            <a:ext cx="5778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SCM</a:t>
            </a:r>
            <a:endParaRPr lang="en-AE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4389BC-49BB-0276-61EA-5AA3A5CC0231}"/>
              </a:ext>
            </a:extLst>
          </p:cNvPr>
          <p:cNvSpPr/>
          <p:nvPr/>
        </p:nvSpPr>
        <p:spPr>
          <a:xfrm>
            <a:off x="3588485" y="4253025"/>
            <a:ext cx="1850068" cy="91410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Payment confirmation &amp; financial closure</a:t>
            </a:r>
            <a:endParaRPr lang="en-AE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E9E15F-541B-2FFD-836C-D9BA96A5C8A5}"/>
              </a:ext>
            </a:extLst>
          </p:cNvPr>
          <p:cNvSpPr txBox="1"/>
          <p:nvPr/>
        </p:nvSpPr>
        <p:spPr>
          <a:xfrm>
            <a:off x="3726712" y="5254365"/>
            <a:ext cx="6517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Liugong</a:t>
            </a:r>
            <a:r>
              <a:rPr lang="en-US" dirty="0"/>
              <a:t> Finance</a:t>
            </a:r>
            <a:endParaRPr lang="en-AE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102BD03-72BD-0702-83DC-10350A1E107C}"/>
              </a:ext>
            </a:extLst>
          </p:cNvPr>
          <p:cNvSpPr/>
          <p:nvPr/>
        </p:nvSpPr>
        <p:spPr>
          <a:xfrm>
            <a:off x="697764" y="4162499"/>
            <a:ext cx="1980308" cy="1095153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Confirm permanent action, attach ECN, permanent closure</a:t>
            </a:r>
            <a:endParaRPr lang="en-AE" sz="1200" dirty="0"/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9F440C52-F47F-E95A-C5D5-9ECD68740E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96192"/>
              </p:ext>
            </p:extLst>
          </p:nvPr>
        </p:nvGraphicFramePr>
        <p:xfrm>
          <a:off x="-1967355" y="5329273"/>
          <a:ext cx="6724650" cy="365760"/>
        </p:xfrm>
        <a:graphic>
          <a:graphicData uri="http://schemas.openxmlformats.org/drawingml/2006/table">
            <a:tbl>
              <a:tblPr/>
              <a:tblGrid>
                <a:gridCol w="3362325">
                  <a:extLst>
                    <a:ext uri="{9D8B030D-6E8A-4147-A177-3AD203B41FA5}">
                      <a16:colId xmlns:a16="http://schemas.microsoft.com/office/drawing/2014/main" val="3487495361"/>
                    </a:ext>
                  </a:extLst>
                </a:gridCol>
                <a:gridCol w="3362325">
                  <a:extLst>
                    <a:ext uri="{9D8B030D-6E8A-4147-A177-3AD203B41FA5}">
                      <a16:colId xmlns:a16="http://schemas.microsoft.com/office/drawing/2014/main" val="37032462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A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CQA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096494"/>
                  </a:ext>
                </a:extLst>
              </a:tr>
            </a:tbl>
          </a:graphicData>
        </a:graphic>
      </p:graphicFrame>
      <p:sp>
        <p:nvSpPr>
          <p:cNvPr id="33" name="Rectangle 2">
            <a:extLst>
              <a:ext uri="{FF2B5EF4-FFF2-40B4-BE49-F238E27FC236}">
                <a16:creationId xmlns:a16="http://schemas.microsoft.com/office/drawing/2014/main" id="{400F857A-5CE7-1010-E4D3-3B89904CD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67355" y="532879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E"/>
          </a:p>
        </p:txBody>
      </p: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B9A5E09B-C653-62E9-418C-00EA873CD194}"/>
              </a:ext>
            </a:extLst>
          </p:cNvPr>
          <p:cNvCxnSpPr>
            <a:cxnSpLocks/>
            <a:stCxn id="5" idx="4"/>
          </p:cNvCxnSpPr>
          <p:nvPr/>
        </p:nvCxnSpPr>
        <p:spPr>
          <a:xfrm rot="5400000">
            <a:off x="1402720" y="1505282"/>
            <a:ext cx="458752" cy="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BE7BDC67-5E48-898C-FA16-60C4201F9C1D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2892053" y="2538671"/>
            <a:ext cx="563528" cy="562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859A755F-4522-14E6-71AD-EF0327EC985C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5380072" y="2492704"/>
            <a:ext cx="1148319" cy="1437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Curved 47">
            <a:extLst>
              <a:ext uri="{FF2B5EF4-FFF2-40B4-BE49-F238E27FC236}">
                <a16:creationId xmlns:a16="http://schemas.microsoft.com/office/drawing/2014/main" id="{D648C58B-8E84-CAEC-B821-E4F5EBA577B7}"/>
              </a:ext>
            </a:extLst>
          </p:cNvPr>
          <p:cNvCxnSpPr>
            <a:cxnSpLocks/>
            <a:stCxn id="3" idx="2"/>
          </p:cNvCxnSpPr>
          <p:nvPr/>
        </p:nvCxnSpPr>
        <p:spPr>
          <a:xfrm rot="5400000">
            <a:off x="7348875" y="3051890"/>
            <a:ext cx="290610" cy="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6A08F74E-A000-39D8-90B5-05C4DB0D07B9}"/>
              </a:ext>
            </a:extLst>
          </p:cNvPr>
          <p:cNvCxnSpPr>
            <a:cxnSpLocks/>
            <a:stCxn id="11" idx="4"/>
          </p:cNvCxnSpPr>
          <p:nvPr/>
        </p:nvCxnSpPr>
        <p:spPr>
          <a:xfrm rot="5400000">
            <a:off x="7313428" y="4013791"/>
            <a:ext cx="478467" cy="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EC79F505-69DB-A2FC-2E71-CDFF14D11BDF}"/>
              </a:ext>
            </a:extLst>
          </p:cNvPr>
          <p:cNvCxnSpPr>
            <a:cxnSpLocks/>
            <a:stCxn id="12" idx="1"/>
          </p:cNvCxnSpPr>
          <p:nvPr/>
        </p:nvCxnSpPr>
        <p:spPr>
          <a:xfrm rot="10800000">
            <a:off x="5509770" y="4790911"/>
            <a:ext cx="1117856" cy="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Curved 60">
            <a:extLst>
              <a:ext uri="{FF2B5EF4-FFF2-40B4-BE49-F238E27FC236}">
                <a16:creationId xmlns:a16="http://schemas.microsoft.com/office/drawing/2014/main" id="{0DA332AB-F185-22DC-1D63-9C27964151DF}"/>
              </a:ext>
            </a:extLst>
          </p:cNvPr>
          <p:cNvCxnSpPr>
            <a:cxnSpLocks/>
            <a:stCxn id="23" idx="1"/>
            <a:endCxn id="30" idx="6"/>
          </p:cNvCxnSpPr>
          <p:nvPr/>
        </p:nvCxnSpPr>
        <p:spPr>
          <a:xfrm rot="10800000">
            <a:off x="2678073" y="4710076"/>
            <a:ext cx="910413" cy="127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5D02B8E0-47B0-1F13-62DA-2719EB3D6B78}"/>
              </a:ext>
            </a:extLst>
          </p:cNvPr>
          <p:cNvSpPr txBox="1"/>
          <p:nvPr/>
        </p:nvSpPr>
        <p:spPr>
          <a:xfrm>
            <a:off x="5643222" y="4319022"/>
            <a:ext cx="1148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(if Payment Initiated)</a:t>
            </a:r>
            <a:endParaRPr lang="en-AE" sz="1200" dirty="0"/>
          </a:p>
        </p:txBody>
      </p:sp>
    </p:spTree>
    <p:extLst>
      <p:ext uri="{BB962C8B-B14F-4D97-AF65-F5344CB8AC3E}">
        <p14:creationId xmlns:p14="http://schemas.microsoft.com/office/powerpoint/2010/main" val="1415284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95"/>
              </a:spcBef>
            </a:pPr>
            <a:r>
              <a:rPr spc="-5"/>
              <a:t>Thank</a:t>
            </a:r>
            <a:r>
              <a:rPr spc="-130"/>
              <a:t> </a:t>
            </a:r>
            <a:r>
              <a:rPr spc="-25"/>
              <a:t>You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413759" y="5494654"/>
            <a:ext cx="1297305" cy="13335"/>
            <a:chOff x="3413759" y="5494654"/>
            <a:chExt cx="1297305" cy="13335"/>
          </a:xfrm>
        </p:grpSpPr>
        <p:sp>
          <p:nvSpPr>
            <p:cNvPr id="5" name="object 5"/>
            <p:cNvSpPr/>
            <p:nvPr/>
          </p:nvSpPr>
          <p:spPr>
            <a:xfrm>
              <a:off x="3413759" y="5498591"/>
              <a:ext cx="1266190" cy="7620"/>
            </a:xfrm>
            <a:custGeom>
              <a:avLst/>
              <a:gdLst/>
              <a:ahLst/>
              <a:cxnLst/>
              <a:rect l="l" t="t" r="r" b="b"/>
              <a:pathLst>
                <a:path w="1266189" h="7620">
                  <a:moveTo>
                    <a:pt x="1266063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1266063" y="7620"/>
                  </a:lnTo>
                  <a:lnTo>
                    <a:pt x="1266063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80203" y="5500117"/>
              <a:ext cx="30480" cy="7620"/>
            </a:xfrm>
            <a:custGeom>
              <a:avLst/>
              <a:gdLst/>
              <a:ahLst/>
              <a:cxnLst/>
              <a:rect l="l" t="t" r="r" b="b"/>
              <a:pathLst>
                <a:path w="30479" h="7620">
                  <a:moveTo>
                    <a:pt x="30479" y="0"/>
                  </a:moveTo>
                  <a:lnTo>
                    <a:pt x="0" y="0"/>
                  </a:lnTo>
                  <a:lnTo>
                    <a:pt x="0" y="7618"/>
                  </a:lnTo>
                  <a:lnTo>
                    <a:pt x="30479" y="7618"/>
                  </a:lnTo>
                  <a:lnTo>
                    <a:pt x="30479" y="0"/>
                  </a:lnTo>
                  <a:close/>
                </a:path>
              </a:pathLst>
            </a:custGeom>
            <a:solidFill>
              <a:srgbClr val="1F47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14140" y="5494654"/>
              <a:ext cx="1274445" cy="10795"/>
            </a:xfrm>
            <a:custGeom>
              <a:avLst/>
              <a:gdLst/>
              <a:ahLst/>
              <a:cxnLst/>
              <a:rect l="l" t="t" r="r" b="b"/>
              <a:pathLst>
                <a:path w="1274445" h="10795">
                  <a:moveTo>
                    <a:pt x="1274064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274064" y="10668"/>
                  </a:lnTo>
                  <a:lnTo>
                    <a:pt x="1274064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365372" y="4719573"/>
            <a:ext cx="254063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>
                <a:latin typeface="Calibri" panose="020F0502020204030204"/>
                <a:cs typeface="Calibri" panose="020F0502020204030204"/>
              </a:rPr>
              <a:t>S</a:t>
            </a:r>
            <a:r>
              <a:rPr sz="1800" b="1" spc="5">
                <a:latin typeface="Calibri" panose="020F0502020204030204"/>
                <a:cs typeface="Calibri" panose="020F0502020204030204"/>
              </a:rPr>
              <a:t>e</a:t>
            </a:r>
            <a:r>
              <a:rPr sz="1800" b="1">
                <a:latin typeface="Calibri" panose="020F0502020204030204"/>
                <a:cs typeface="Calibri" panose="020F0502020204030204"/>
              </a:rPr>
              <a:t>lfservit</a:t>
            </a:r>
            <a:r>
              <a:rPr sz="1800" b="1" spc="-85">
                <a:latin typeface="Calibri" panose="020F0502020204030204"/>
                <a:cs typeface="Calibri" panose="020F0502020204030204"/>
              </a:rPr>
              <a:t> </a:t>
            </a:r>
            <a:r>
              <a:rPr sz="1800" b="1">
                <a:latin typeface="Calibri" panose="020F0502020204030204"/>
                <a:cs typeface="Calibri" panose="020F0502020204030204"/>
              </a:rPr>
              <a:t>Solutions</a:t>
            </a:r>
            <a:r>
              <a:rPr sz="1800" b="1" spc="-45">
                <a:latin typeface="Calibri" panose="020F0502020204030204"/>
                <a:cs typeface="Calibri" panose="020F0502020204030204"/>
              </a:rPr>
              <a:t> </a:t>
            </a:r>
            <a:r>
              <a:rPr sz="1800" b="1">
                <a:latin typeface="Calibri" panose="020F0502020204030204"/>
                <a:cs typeface="Calibri" panose="020F0502020204030204"/>
              </a:rPr>
              <a:t>(P)</a:t>
            </a:r>
            <a:r>
              <a:rPr sz="1800" b="1" spc="-6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30">
                <a:latin typeface="Calibri" panose="020F0502020204030204"/>
                <a:cs typeface="Calibri" panose="020F0502020204030204"/>
              </a:rPr>
              <a:t>L</a:t>
            </a:r>
            <a:r>
              <a:rPr sz="1800" b="1" spc="-25">
                <a:latin typeface="Calibri" panose="020F0502020204030204"/>
                <a:cs typeface="Calibri" panose="020F0502020204030204"/>
              </a:rPr>
              <a:t>t</a:t>
            </a:r>
            <a:r>
              <a:rPr sz="1800" b="1" spc="-20">
                <a:latin typeface="Calibri" panose="020F0502020204030204"/>
                <a:cs typeface="Calibri" panose="020F0502020204030204"/>
              </a:rPr>
              <a:t>d</a:t>
            </a:r>
            <a:r>
              <a:rPr sz="1800" b="1">
                <a:latin typeface="Calibri" panose="020F0502020204030204"/>
                <a:cs typeface="Calibri" panose="020F0502020204030204"/>
              </a:rPr>
              <a:t>.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400" b="1" spc="-5">
                <a:latin typeface="Calibri" panose="020F0502020204030204"/>
                <a:cs typeface="Calibri" panose="020F0502020204030204"/>
              </a:rPr>
              <a:t>(CIN</a:t>
            </a:r>
            <a:r>
              <a:rPr sz="1400" b="1" spc="-45">
                <a:latin typeface="Calibri" panose="020F0502020204030204"/>
                <a:cs typeface="Calibri" panose="020F0502020204030204"/>
              </a:rPr>
              <a:t> </a:t>
            </a:r>
            <a:r>
              <a:rPr sz="1400" b="1">
                <a:latin typeface="Calibri" panose="020F0502020204030204"/>
                <a:cs typeface="Calibri" panose="020F0502020204030204"/>
              </a:rPr>
              <a:t>–</a:t>
            </a:r>
            <a:r>
              <a:rPr sz="1400" b="1" spc="-40"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5">
                <a:latin typeface="Calibri" panose="020F0502020204030204"/>
                <a:cs typeface="Calibri" panose="020F0502020204030204"/>
              </a:rPr>
              <a:t>U72900TN2008PTC068979)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48895">
              <a:lnSpc>
                <a:spcPct val="100000"/>
              </a:lnSpc>
              <a:spcBef>
                <a:spcPts val="815"/>
              </a:spcBef>
            </a:pPr>
            <a:r>
              <a:rPr sz="1200" b="1" spc="-5">
                <a:solidFill>
                  <a:srgbClr val="0000FF"/>
                </a:solidFill>
                <a:latin typeface="Calibri" panose="020F0502020204030204"/>
                <a:cs typeface="Calibri" panose="020F0502020204030204"/>
                <a:hlinkClick r:id="rId2"/>
              </a:rPr>
              <a:t>www.selfservit.com</a:t>
            </a:r>
            <a:r>
              <a:rPr sz="1200" b="1" spc="125">
                <a:solidFill>
                  <a:srgbClr val="0000FF"/>
                </a:solidFill>
                <a:latin typeface="Calibri" panose="020F0502020204030204"/>
                <a:cs typeface="Calibri" panose="020F0502020204030204"/>
                <a:hlinkClick r:id="rId2"/>
              </a:rPr>
              <a:t> </a:t>
            </a:r>
            <a:r>
              <a:rPr sz="1200" b="1" u="sng" spc="-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 panose="020F0502020204030204"/>
                <a:cs typeface="Calibri" panose="020F0502020204030204"/>
                <a:hlinkClick r:id="rId3"/>
              </a:rPr>
              <a:t>www.mservice.in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47971" y="5181600"/>
            <a:ext cx="0" cy="1172210"/>
          </a:xfrm>
          <a:custGeom>
            <a:avLst/>
            <a:gdLst/>
            <a:ahLst/>
            <a:cxnLst/>
            <a:rect l="l" t="t" r="r" b="b"/>
            <a:pathLst>
              <a:path h="1172210">
                <a:moveTo>
                  <a:pt x="0" y="1171702"/>
                </a:moveTo>
                <a:lnTo>
                  <a:pt x="0" y="0"/>
                </a:lnTo>
              </a:path>
            </a:pathLst>
          </a:custGeom>
          <a:ln w="9142">
            <a:solidFill>
              <a:srgbClr val="FCFCF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0" y="4724400"/>
            <a:ext cx="9144000" cy="1270"/>
          </a:xfrm>
          <a:custGeom>
            <a:avLst/>
            <a:gdLst/>
            <a:ahLst/>
            <a:cxnLst/>
            <a:rect l="l" t="t" r="r" b="b"/>
            <a:pathLst>
              <a:path w="9144000" h="1270">
                <a:moveTo>
                  <a:pt x="0" y="0"/>
                </a:moveTo>
                <a:lnTo>
                  <a:pt x="9144000" y="126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06398" y="5589219"/>
            <a:ext cx="14389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algn="just">
              <a:lnSpc>
                <a:spcPct val="100000"/>
              </a:lnSpc>
              <a:spcBef>
                <a:spcPts val="100"/>
              </a:spcBef>
            </a:pPr>
            <a:r>
              <a:rPr sz="1200" b="1" u="sng" spc="-5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Chennai:</a:t>
            </a:r>
            <a:r>
              <a:rPr sz="1200" b="1" u="sng" spc="-6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1200" b="1" u="sng" spc="-4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HO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38100" algn="just">
              <a:lnSpc>
                <a:spcPct val="100000"/>
              </a:lnSpc>
            </a:pPr>
            <a:r>
              <a:rPr sz="1200">
                <a:latin typeface="Calibri" panose="020F0502020204030204"/>
                <a:cs typeface="Calibri" panose="020F0502020204030204"/>
              </a:rPr>
              <a:t>No.</a:t>
            </a:r>
            <a:r>
              <a:rPr sz="1200" spc="-4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51/2</a:t>
            </a:r>
            <a:r>
              <a:rPr sz="1200" spc="-45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(Old</a:t>
            </a:r>
            <a:r>
              <a:rPr sz="1200" spc="-3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No.</a:t>
            </a:r>
            <a:r>
              <a:rPr sz="1200" spc="-35">
                <a:latin typeface="Calibri" panose="020F0502020204030204"/>
                <a:cs typeface="Calibri" panose="020F0502020204030204"/>
              </a:rPr>
              <a:t> </a:t>
            </a:r>
            <a:r>
              <a:rPr sz="1200" spc="-20">
                <a:latin typeface="Calibri" panose="020F0502020204030204"/>
                <a:cs typeface="Calibri" panose="020F0502020204030204"/>
              </a:rPr>
              <a:t>26)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38100" marR="141605" algn="just">
              <a:lnSpc>
                <a:spcPct val="100000"/>
              </a:lnSpc>
            </a:pPr>
            <a:r>
              <a:rPr sz="1200" spc="-5">
                <a:latin typeface="Calibri" panose="020F0502020204030204"/>
                <a:cs typeface="Calibri" panose="020F0502020204030204"/>
              </a:rPr>
              <a:t>1</a:t>
            </a:r>
            <a:r>
              <a:rPr sz="1200" spc="-7" baseline="21000">
                <a:latin typeface="Calibri" panose="020F0502020204030204"/>
                <a:cs typeface="Calibri" panose="020F0502020204030204"/>
              </a:rPr>
              <a:t>st </a:t>
            </a:r>
            <a:r>
              <a:rPr sz="1200" spc="-5">
                <a:latin typeface="Calibri" panose="020F0502020204030204"/>
                <a:cs typeface="Calibri" panose="020F0502020204030204"/>
              </a:rPr>
              <a:t>Main Road </a:t>
            </a:r>
            <a:r>
              <a:rPr sz="1200" spc="-30">
                <a:latin typeface="Calibri" panose="020F0502020204030204"/>
                <a:cs typeface="Calibri" panose="020F0502020204030204"/>
              </a:rPr>
              <a:t>West, </a:t>
            </a:r>
            <a:r>
              <a:rPr sz="1200" spc="-26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Shenoy Nagar </a:t>
            </a:r>
            <a:r>
              <a:rPr sz="1200" spc="-20">
                <a:latin typeface="Calibri" panose="020F0502020204030204"/>
                <a:cs typeface="Calibri" panose="020F0502020204030204"/>
              </a:rPr>
              <a:t>West </a:t>
            </a:r>
            <a:r>
              <a:rPr sz="1200" spc="-15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C</a:t>
            </a:r>
            <a:r>
              <a:rPr sz="1200">
                <a:latin typeface="Calibri" panose="020F0502020204030204"/>
                <a:cs typeface="Calibri" panose="020F0502020204030204"/>
              </a:rPr>
              <a:t>he</a:t>
            </a:r>
            <a:r>
              <a:rPr sz="1200" spc="5">
                <a:latin typeface="Calibri" panose="020F0502020204030204"/>
                <a:cs typeface="Calibri" panose="020F0502020204030204"/>
              </a:rPr>
              <a:t>n</a:t>
            </a:r>
            <a:r>
              <a:rPr sz="1200">
                <a:latin typeface="Calibri" panose="020F0502020204030204"/>
                <a:cs typeface="Calibri" panose="020F0502020204030204"/>
              </a:rPr>
              <a:t>nai</a:t>
            </a:r>
            <a:r>
              <a:rPr sz="1200" spc="-65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–</a:t>
            </a:r>
            <a:r>
              <a:rPr sz="1200" spc="-5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600</a:t>
            </a:r>
            <a:r>
              <a:rPr sz="1200" spc="5">
                <a:latin typeface="Calibri" panose="020F0502020204030204"/>
                <a:cs typeface="Calibri" panose="020F0502020204030204"/>
              </a:rPr>
              <a:t> </a:t>
            </a:r>
            <a:r>
              <a:rPr sz="1200" spc="-25">
                <a:latin typeface="Calibri" panose="020F0502020204030204"/>
                <a:cs typeface="Calibri" panose="020F0502020204030204"/>
              </a:rPr>
              <a:t>030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73025" algn="just">
              <a:lnSpc>
                <a:spcPct val="100000"/>
              </a:lnSpc>
            </a:pPr>
            <a:r>
              <a:rPr sz="1200">
                <a:latin typeface="Calibri" panose="020F0502020204030204"/>
                <a:cs typeface="Calibri" panose="020F0502020204030204"/>
              </a:rPr>
              <a:t>Ph-</a:t>
            </a:r>
            <a:r>
              <a:rPr sz="1200" spc="-5">
                <a:latin typeface="Calibri" panose="020F0502020204030204"/>
                <a:cs typeface="Calibri" panose="020F0502020204030204"/>
              </a:rPr>
              <a:t> </a:t>
            </a:r>
            <a:r>
              <a:rPr sz="1200" spc="-10">
                <a:latin typeface="Calibri" panose="020F0502020204030204"/>
                <a:cs typeface="Calibri" panose="020F0502020204030204"/>
              </a:rPr>
              <a:t>+91-76048-78864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36894" y="5589219"/>
            <a:ext cx="1755139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1" u="sng" spc="-15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Bangalore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38100" marR="30480">
              <a:lnSpc>
                <a:spcPct val="100000"/>
              </a:lnSpc>
            </a:pPr>
            <a:r>
              <a:rPr sz="1200">
                <a:latin typeface="Calibri" panose="020F0502020204030204"/>
                <a:cs typeface="Calibri" panose="020F0502020204030204"/>
              </a:rPr>
              <a:t>3262/1,</a:t>
            </a:r>
            <a:r>
              <a:rPr sz="1200" spc="-2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1</a:t>
            </a:r>
            <a:r>
              <a:rPr sz="1200" spc="-7" baseline="21000">
                <a:latin typeface="Calibri" panose="020F0502020204030204"/>
                <a:cs typeface="Calibri" panose="020F0502020204030204"/>
              </a:rPr>
              <a:t>st</a:t>
            </a:r>
            <a:r>
              <a:rPr sz="1200" spc="89" baseline="21000">
                <a:latin typeface="Calibri" panose="020F0502020204030204"/>
                <a:cs typeface="Calibri" panose="020F0502020204030204"/>
              </a:rPr>
              <a:t> </a:t>
            </a:r>
            <a:r>
              <a:rPr sz="1200" spc="-25">
                <a:latin typeface="Calibri" panose="020F0502020204030204"/>
                <a:cs typeface="Calibri" panose="020F0502020204030204"/>
              </a:rPr>
              <a:t>Floor,</a:t>
            </a:r>
            <a:r>
              <a:rPr sz="1200" spc="-4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13</a:t>
            </a:r>
            <a:r>
              <a:rPr sz="1200" spc="-7" baseline="21000">
                <a:latin typeface="Calibri" panose="020F0502020204030204"/>
                <a:cs typeface="Calibri" panose="020F0502020204030204"/>
              </a:rPr>
              <a:t>th</a:t>
            </a:r>
            <a:r>
              <a:rPr sz="1200" spc="112" baseline="21000">
                <a:latin typeface="Calibri" panose="020F0502020204030204"/>
                <a:cs typeface="Calibri" panose="020F0502020204030204"/>
              </a:rPr>
              <a:t> </a:t>
            </a:r>
            <a:r>
              <a:rPr sz="1200" spc="-15">
                <a:latin typeface="Calibri" panose="020F0502020204030204"/>
                <a:cs typeface="Calibri" panose="020F0502020204030204"/>
              </a:rPr>
              <a:t>Cross </a:t>
            </a:r>
            <a:r>
              <a:rPr sz="1200" spc="-254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2</a:t>
            </a:r>
            <a:r>
              <a:rPr sz="1200" spc="-7" baseline="21000">
                <a:latin typeface="Calibri" panose="020F0502020204030204"/>
                <a:cs typeface="Calibri" panose="020F0502020204030204"/>
              </a:rPr>
              <a:t>n</a:t>
            </a:r>
            <a:r>
              <a:rPr sz="1200" baseline="21000">
                <a:latin typeface="Calibri" panose="020F0502020204030204"/>
                <a:cs typeface="Calibri" panose="020F0502020204030204"/>
              </a:rPr>
              <a:t>d</a:t>
            </a:r>
            <a:r>
              <a:rPr sz="1200" spc="97" baseline="2100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S</a:t>
            </a:r>
            <a:r>
              <a:rPr sz="1200">
                <a:latin typeface="Calibri" panose="020F0502020204030204"/>
                <a:cs typeface="Calibri" panose="020F0502020204030204"/>
              </a:rPr>
              <a:t>tage,</a:t>
            </a:r>
            <a:r>
              <a:rPr sz="1200" spc="-4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Indira</a:t>
            </a:r>
            <a:r>
              <a:rPr sz="1200" spc="-95">
                <a:latin typeface="Calibri" panose="020F0502020204030204"/>
                <a:cs typeface="Calibri" panose="020F0502020204030204"/>
              </a:rPr>
              <a:t> </a:t>
            </a:r>
            <a:r>
              <a:rPr sz="1200" spc="-10">
                <a:latin typeface="Calibri" panose="020F0502020204030204"/>
                <a:cs typeface="Calibri" panose="020F0502020204030204"/>
              </a:rPr>
              <a:t>N</a:t>
            </a:r>
            <a:r>
              <a:rPr sz="1200" spc="-15">
                <a:latin typeface="Calibri" panose="020F0502020204030204"/>
                <a:cs typeface="Calibri" panose="020F0502020204030204"/>
              </a:rPr>
              <a:t>agar</a:t>
            </a:r>
            <a:r>
              <a:rPr sz="1200">
                <a:latin typeface="Calibri" panose="020F0502020204030204"/>
                <a:cs typeface="Calibri" panose="020F0502020204030204"/>
              </a:rPr>
              <a:t>,  </a:t>
            </a:r>
            <a:r>
              <a:rPr sz="1200" spc="-15">
                <a:latin typeface="Calibri" panose="020F0502020204030204"/>
                <a:cs typeface="Calibri" panose="020F0502020204030204"/>
              </a:rPr>
              <a:t>Bangalore</a:t>
            </a:r>
            <a:r>
              <a:rPr sz="1200" spc="-2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–</a:t>
            </a:r>
            <a:r>
              <a:rPr sz="1200" spc="25">
                <a:latin typeface="Calibri" panose="020F0502020204030204"/>
                <a:cs typeface="Calibri" panose="020F0502020204030204"/>
              </a:rPr>
              <a:t> </a:t>
            </a:r>
            <a:r>
              <a:rPr sz="1200" spc="-25">
                <a:latin typeface="Calibri" panose="020F0502020204030204"/>
                <a:cs typeface="Calibri" panose="020F0502020204030204"/>
              </a:rPr>
              <a:t>38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38100">
              <a:lnSpc>
                <a:spcPct val="100000"/>
              </a:lnSpc>
            </a:pPr>
            <a:r>
              <a:rPr sz="1200">
                <a:latin typeface="Calibri" panose="020F0502020204030204"/>
                <a:cs typeface="Calibri" panose="020F0502020204030204"/>
              </a:rPr>
              <a:t>Ph</a:t>
            </a:r>
            <a:r>
              <a:rPr sz="1200" spc="-1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-</a:t>
            </a:r>
            <a:r>
              <a:rPr sz="1200" spc="-10">
                <a:latin typeface="Calibri" panose="020F0502020204030204"/>
                <a:cs typeface="Calibri" panose="020F0502020204030204"/>
              </a:rPr>
              <a:t> +91-80-25216635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32021" y="5589219"/>
            <a:ext cx="7080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5">
                <a:latin typeface="Calibri" panose="020F0502020204030204"/>
                <a:cs typeface="Calibri" panose="020F0502020204030204"/>
              </a:rPr>
              <a:t>H</a:t>
            </a:r>
            <a:r>
              <a:rPr sz="1200" b="1" spc="-20">
                <a:latin typeface="Calibri" panose="020F0502020204030204"/>
                <a:cs typeface="Calibri" panose="020F0502020204030204"/>
              </a:rPr>
              <a:t>y</a:t>
            </a:r>
            <a:r>
              <a:rPr sz="1200" b="1" spc="-10">
                <a:latin typeface="Calibri" panose="020F0502020204030204"/>
                <a:cs typeface="Calibri" panose="020F0502020204030204"/>
              </a:rPr>
              <a:t>d</a:t>
            </a:r>
            <a:r>
              <a:rPr sz="1200" b="1" spc="-20">
                <a:latin typeface="Calibri" panose="020F0502020204030204"/>
                <a:cs typeface="Calibri" panose="020F0502020204030204"/>
              </a:rPr>
              <a:t>e</a:t>
            </a:r>
            <a:r>
              <a:rPr sz="1200" b="1" spc="-10">
                <a:latin typeface="Calibri" panose="020F0502020204030204"/>
                <a:cs typeface="Calibri" panose="020F0502020204030204"/>
              </a:rPr>
              <a:t>r</a:t>
            </a:r>
            <a:r>
              <a:rPr sz="1200" b="1" spc="-20">
                <a:latin typeface="Calibri" panose="020F0502020204030204"/>
                <a:cs typeface="Calibri" panose="020F0502020204030204"/>
              </a:rPr>
              <a:t>a</a:t>
            </a:r>
            <a:r>
              <a:rPr sz="1200" b="1" spc="-10">
                <a:latin typeface="Calibri" panose="020F0502020204030204"/>
                <a:cs typeface="Calibri" panose="020F0502020204030204"/>
              </a:rPr>
              <a:t>b</a:t>
            </a:r>
            <a:r>
              <a:rPr sz="1200" b="1" spc="-20">
                <a:latin typeface="Calibri" panose="020F0502020204030204"/>
                <a:cs typeface="Calibri" panose="020F0502020204030204"/>
              </a:rPr>
              <a:t>a</a:t>
            </a:r>
            <a:r>
              <a:rPr sz="1200" b="1">
                <a:latin typeface="Calibri" panose="020F0502020204030204"/>
                <a:cs typeface="Calibri" panose="020F0502020204030204"/>
              </a:rPr>
              <a:t>d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744467" y="5775961"/>
            <a:ext cx="690245" cy="7620"/>
          </a:xfrm>
          <a:custGeom>
            <a:avLst/>
            <a:gdLst/>
            <a:ahLst/>
            <a:cxnLst/>
            <a:rect l="l" t="t" r="r" b="b"/>
            <a:pathLst>
              <a:path w="690245" h="7620">
                <a:moveTo>
                  <a:pt x="689863" y="0"/>
                </a:moveTo>
                <a:lnTo>
                  <a:pt x="0" y="0"/>
                </a:lnTo>
                <a:lnTo>
                  <a:pt x="0" y="7618"/>
                </a:lnTo>
                <a:lnTo>
                  <a:pt x="689863" y="7618"/>
                </a:lnTo>
                <a:lnTo>
                  <a:pt x="6898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707257" y="5772099"/>
            <a:ext cx="20396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200">
                <a:latin typeface="Calibri" panose="020F0502020204030204"/>
                <a:cs typeface="Calibri" panose="020F0502020204030204"/>
              </a:rPr>
              <a:t>Plot</a:t>
            </a:r>
            <a:r>
              <a:rPr sz="1200" spc="-25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No.</a:t>
            </a:r>
            <a:r>
              <a:rPr sz="1200" spc="-25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6,</a:t>
            </a:r>
            <a:r>
              <a:rPr sz="1200" spc="-2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Lane.</a:t>
            </a:r>
            <a:r>
              <a:rPr sz="1200" spc="-25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Opp</a:t>
            </a:r>
            <a:r>
              <a:rPr sz="1200" spc="-5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OBC </a:t>
            </a:r>
            <a:r>
              <a:rPr sz="1200" spc="-25">
                <a:latin typeface="Calibri" panose="020F0502020204030204"/>
                <a:cs typeface="Calibri" panose="020F0502020204030204"/>
              </a:rPr>
              <a:t>Bank, </a:t>
            </a:r>
            <a:r>
              <a:rPr sz="1200" spc="-254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1</a:t>
            </a:r>
            <a:r>
              <a:rPr sz="1200" spc="-7" baseline="21000">
                <a:latin typeface="Calibri" panose="020F0502020204030204"/>
                <a:cs typeface="Calibri" panose="020F0502020204030204"/>
              </a:rPr>
              <a:t>s</a:t>
            </a:r>
            <a:r>
              <a:rPr sz="1200" baseline="21000">
                <a:latin typeface="Calibri" panose="020F0502020204030204"/>
                <a:cs typeface="Calibri" panose="020F0502020204030204"/>
              </a:rPr>
              <a:t>t</a:t>
            </a:r>
            <a:r>
              <a:rPr sz="1200" spc="60" baseline="21000">
                <a:latin typeface="Calibri" panose="020F0502020204030204"/>
                <a:cs typeface="Calibri" panose="020F0502020204030204"/>
              </a:rPr>
              <a:t> </a:t>
            </a:r>
            <a:r>
              <a:rPr sz="1200" spc="-25">
                <a:latin typeface="Calibri" panose="020F0502020204030204"/>
                <a:cs typeface="Calibri" panose="020F0502020204030204"/>
              </a:rPr>
              <a:t>Floor</a:t>
            </a:r>
            <a:r>
              <a:rPr sz="1200">
                <a:latin typeface="Calibri" panose="020F0502020204030204"/>
                <a:cs typeface="Calibri" panose="020F0502020204030204"/>
              </a:rPr>
              <a:t>,</a:t>
            </a:r>
            <a:r>
              <a:rPr sz="1200" spc="-20">
                <a:latin typeface="Calibri" panose="020F0502020204030204"/>
                <a:cs typeface="Calibri" panose="020F0502020204030204"/>
              </a:rPr>
              <a:t> </a:t>
            </a:r>
            <a:r>
              <a:rPr sz="1200" spc="-10">
                <a:latin typeface="Calibri" panose="020F0502020204030204"/>
                <a:cs typeface="Calibri" panose="020F0502020204030204"/>
              </a:rPr>
              <a:t>B</a:t>
            </a:r>
            <a:r>
              <a:rPr sz="1200">
                <a:latin typeface="Calibri" panose="020F0502020204030204"/>
                <a:cs typeface="Calibri" panose="020F0502020204030204"/>
              </a:rPr>
              <a:t>e</a:t>
            </a:r>
            <a:r>
              <a:rPr sz="1200" spc="5">
                <a:latin typeface="Calibri" panose="020F0502020204030204"/>
                <a:cs typeface="Calibri" panose="020F0502020204030204"/>
              </a:rPr>
              <a:t>t</a:t>
            </a:r>
            <a:r>
              <a:rPr sz="1200">
                <a:latin typeface="Calibri" panose="020F0502020204030204"/>
                <a:cs typeface="Calibri" panose="020F0502020204030204"/>
              </a:rPr>
              <a:t>hany</a:t>
            </a:r>
            <a:r>
              <a:rPr sz="1200" spc="-80">
                <a:latin typeface="Calibri" panose="020F0502020204030204"/>
                <a:cs typeface="Calibri" panose="020F0502020204030204"/>
              </a:rPr>
              <a:t> </a:t>
            </a:r>
            <a:r>
              <a:rPr sz="1200" spc="-30">
                <a:latin typeface="Calibri" panose="020F0502020204030204"/>
                <a:cs typeface="Calibri" panose="020F0502020204030204"/>
              </a:rPr>
              <a:t>H</a:t>
            </a:r>
            <a:r>
              <a:rPr sz="1200" spc="-25">
                <a:latin typeface="Calibri" panose="020F0502020204030204"/>
                <a:cs typeface="Calibri" panose="020F0502020204030204"/>
              </a:rPr>
              <a:t>o</a:t>
            </a:r>
            <a:r>
              <a:rPr sz="1200" spc="-20">
                <a:latin typeface="Calibri" panose="020F0502020204030204"/>
                <a:cs typeface="Calibri" panose="020F0502020204030204"/>
              </a:rPr>
              <a:t>u</a:t>
            </a:r>
            <a:r>
              <a:rPr sz="1200" spc="-30">
                <a:latin typeface="Calibri" panose="020F0502020204030204"/>
                <a:cs typeface="Calibri" panose="020F0502020204030204"/>
              </a:rPr>
              <a:t>s</a:t>
            </a:r>
            <a:r>
              <a:rPr sz="1200">
                <a:latin typeface="Calibri" panose="020F0502020204030204"/>
                <a:cs typeface="Calibri" panose="020F0502020204030204"/>
              </a:rPr>
              <a:t>e  </a:t>
            </a:r>
            <a:r>
              <a:rPr sz="1200" spc="-15">
                <a:latin typeface="Calibri" panose="020F0502020204030204"/>
                <a:cs typeface="Calibri" panose="020F0502020204030204"/>
              </a:rPr>
              <a:t>S</a:t>
            </a:r>
            <a:r>
              <a:rPr sz="1200" spc="-10">
                <a:latin typeface="Calibri" panose="020F0502020204030204"/>
                <a:cs typeface="Calibri" panose="020F0502020204030204"/>
              </a:rPr>
              <a:t>e</a:t>
            </a:r>
            <a:r>
              <a:rPr sz="1200" spc="-20">
                <a:latin typeface="Calibri" panose="020F0502020204030204"/>
                <a:cs typeface="Calibri" panose="020F0502020204030204"/>
              </a:rPr>
              <a:t>c</a:t>
            </a:r>
            <a:r>
              <a:rPr sz="1200" spc="-10">
                <a:latin typeface="Calibri" panose="020F0502020204030204"/>
                <a:cs typeface="Calibri" panose="020F0502020204030204"/>
              </a:rPr>
              <a:t>unde</a:t>
            </a:r>
            <a:r>
              <a:rPr sz="1200" spc="-15">
                <a:latin typeface="Calibri" panose="020F0502020204030204"/>
                <a:cs typeface="Calibri" panose="020F0502020204030204"/>
              </a:rPr>
              <a:t>ra</a:t>
            </a:r>
            <a:r>
              <a:rPr sz="1200" spc="-10">
                <a:latin typeface="Calibri" panose="020F0502020204030204"/>
                <a:cs typeface="Calibri" panose="020F0502020204030204"/>
              </a:rPr>
              <a:t>b</a:t>
            </a:r>
            <a:r>
              <a:rPr sz="1200" spc="-15">
                <a:latin typeface="Calibri" panose="020F0502020204030204"/>
                <a:cs typeface="Calibri" panose="020F0502020204030204"/>
              </a:rPr>
              <a:t>a</a:t>
            </a:r>
            <a:r>
              <a:rPr sz="1200">
                <a:latin typeface="Calibri" panose="020F0502020204030204"/>
                <a:cs typeface="Calibri" panose="020F0502020204030204"/>
              </a:rPr>
              <a:t>d</a:t>
            </a:r>
            <a:r>
              <a:rPr sz="1200" spc="-5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–</a:t>
            </a:r>
            <a:r>
              <a:rPr sz="1200" spc="40">
                <a:latin typeface="Calibri" panose="020F0502020204030204"/>
                <a:cs typeface="Calibri" panose="020F0502020204030204"/>
              </a:rPr>
              <a:t> </a:t>
            </a:r>
            <a:r>
              <a:rPr sz="1200" spc="-10">
                <a:latin typeface="Calibri" panose="020F0502020204030204"/>
                <a:cs typeface="Calibri" panose="020F0502020204030204"/>
              </a:rPr>
              <a:t>500003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32021" y="6321348"/>
            <a:ext cx="10775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latin typeface="Calibri" panose="020F0502020204030204"/>
                <a:cs typeface="Calibri" panose="020F0502020204030204"/>
              </a:rPr>
              <a:t>Ph-</a:t>
            </a:r>
            <a:r>
              <a:rPr sz="1200" spc="-50">
                <a:latin typeface="Calibri" panose="020F0502020204030204"/>
                <a:cs typeface="Calibri" panose="020F0502020204030204"/>
              </a:rPr>
              <a:t> </a:t>
            </a:r>
            <a:r>
              <a:rPr sz="1200" spc="-10">
                <a:latin typeface="Calibri" panose="020F0502020204030204"/>
                <a:cs typeface="Calibri" panose="020F0502020204030204"/>
              </a:rPr>
              <a:t>99891-21094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5306CFCD34E84FB9AF5E894D6C3073" ma:contentTypeVersion="14" ma:contentTypeDescription="Create a new document." ma:contentTypeScope="" ma:versionID="2f773f5274a411c36a13d712746532c4">
  <xsd:schema xmlns:xsd="http://www.w3.org/2001/XMLSchema" xmlns:xs="http://www.w3.org/2001/XMLSchema" xmlns:p="http://schemas.microsoft.com/office/2006/metadata/properties" xmlns:ns3="944e8e7f-c586-4da5-b625-25ca602de198" xmlns:ns4="09882c4c-98d3-42d4-9fa4-9b997bf31c9f" targetNamespace="http://schemas.microsoft.com/office/2006/metadata/properties" ma:root="true" ma:fieldsID="fe7d79485c4578d231ee9735e9a8c86a" ns3:_="" ns4:_="">
    <xsd:import namespace="944e8e7f-c586-4da5-b625-25ca602de198"/>
    <xsd:import namespace="09882c4c-98d3-42d4-9fa4-9b997bf31c9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OCR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4e8e7f-c586-4da5-b625-25ca602de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882c4c-98d3-42d4-9fa4-9b997bf31c9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44e8e7f-c586-4da5-b625-25ca602de198" xsi:nil="true"/>
  </documentManagement>
</p:properties>
</file>

<file path=customXml/itemProps1.xml><?xml version="1.0" encoding="utf-8"?>
<ds:datastoreItem xmlns:ds="http://schemas.openxmlformats.org/officeDocument/2006/customXml" ds:itemID="{A1DF5F45-434B-4C51-AE99-29B5FA6DBA9E}">
  <ds:schemaRefs>
    <ds:schemaRef ds:uri="09882c4c-98d3-42d4-9fa4-9b997bf31c9f"/>
    <ds:schemaRef ds:uri="944e8e7f-c586-4da5-b625-25ca602de19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A2A7700-D0B7-47B9-AE21-3C3F317AE3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E6DB5ED-6937-4BC3-BCC6-8A103A480F64}">
  <ds:schemaRefs>
    <ds:schemaRef ds:uri="09882c4c-98d3-42d4-9fa4-9b997bf31c9f"/>
    <ds:schemaRef ds:uri="944e8e7f-c586-4da5-b625-25ca602de19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201</Words>
  <Application>Microsoft Office PowerPoint</Application>
  <PresentationFormat>On-screen Show (4:3)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 MT</vt:lpstr>
      <vt:lpstr>Calibri</vt:lpstr>
      <vt:lpstr>Office Theme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MService</dc:title>
  <dc:subject>Overview</dc:subject>
  <dc:creator>Chak</dc:creator>
  <cp:lastModifiedBy>Aswin R</cp:lastModifiedBy>
  <cp:revision>7</cp:revision>
  <dcterms:created xsi:type="dcterms:W3CDTF">2024-03-14T07:43:00Z</dcterms:created>
  <dcterms:modified xsi:type="dcterms:W3CDTF">2025-09-05T05:54:39Z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2024-02-24T05:30:00Z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2024-03-14T05:30:00Z</vt:filetime>
  </property>
  <property fmtid="{D5CDD505-2E9C-101B-9397-08002B2CF9AE}" pid="5" name="ICV">
    <vt:lpwstr>8095A703FF644F2FADEED5D7B10CAF49_13</vt:lpwstr>
  </property>
  <property fmtid="{D5CDD505-2E9C-101B-9397-08002B2CF9AE}" pid="6" name="KSOProductBuildVer">
    <vt:lpwstr>1033-12.2.0.16731</vt:lpwstr>
  </property>
  <property fmtid="{D5CDD505-2E9C-101B-9397-08002B2CF9AE}" pid="7" name="ContentTypeId">
    <vt:lpwstr>0x010100785306CFCD34E84FB9AF5E894D6C3073</vt:lpwstr>
  </property>
</Properties>
</file>